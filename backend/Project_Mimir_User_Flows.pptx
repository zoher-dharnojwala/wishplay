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Mimir — User 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• Simplified • Login-Focused • Consent &amp;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User Flow (Full Journey)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Storyteller journey: onboarding, recording, sentiment-aware adjustments, media attachments, archive, consent, export, caregiver mode.</a:t>
            </a:r>
          </a:p>
          <a:p>
            <a:r>
              <a:t>• Listener journey: invitation, login, interactive Q&amp;A, playback, adaptive responses, media, conversation loop, exports.</a:t>
            </a:r>
          </a:p>
          <a:p>
            <a:r>
              <a:t>• Color coding: Blue (Storyteller), Green (Listener), Orange (Special nodes), Red arrows (sharing).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High-Level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Storyteller: Onboarding → Recording → Archive → Sharing.</a:t>
            </a:r>
          </a:p>
          <a:p>
            <a:r>
              <a:t>• Listener: Invite → Q&amp;A → Media → Export.</a:t>
            </a:r>
          </a:p>
          <a:p>
            <a:r>
              <a:t>• Ideal for investor and stakeholder presentations.</a:t>
            </a:r>
          </a:p>
          <a:p>
            <a:r>
              <a:t>• Clean visual with minimal steps and icons.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Login &amp; Setup Focused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Storyteller: Profile setup, consent confirmation, meet AI companion, record story, sentiment/mood check, edit, archive.</a:t>
            </a:r>
          </a:p>
          <a:p>
            <a:r>
              <a:t>• Listener: Invitation → Login → Access archive.</a:t>
            </a:r>
          </a:p>
          <a:p>
            <a:r>
              <a:t>• Emphasis on consent, sentiment checks, and adaptive branching.</a:t>
            </a:r>
          </a:p>
          <a:p>
            <a:r>
              <a:t>• Best for usability testing and onboarding design discussions.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Consent &amp; Data Security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Flow covers consent acceptance, revocation, and data deletion.</a:t>
            </a:r>
          </a:p>
          <a:p>
            <a:r>
              <a:t>• Includes sharing permissions and right-to-erasure.</a:t>
            </a:r>
          </a:p>
          <a:p>
            <a:r>
              <a:t>• Emphasizes compliance (GDPR/HIPAA).</a:t>
            </a:r>
          </a:p>
          <a:p>
            <a:r>
              <a:t>• Visuals: Diamond nodes for decision points, lock/shield icons for emphasis.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Detailed + Consent flows internally with dev/compliance teams.</a:t>
            </a:r>
          </a:p>
          <a:p>
            <a:r>
              <a:t>• Use Simplified + Login-focused flows externally with investors and stakeholders.</a:t>
            </a:r>
          </a:p>
          <a:p>
            <a:r>
              <a:t>• Maintain consistent color coding and icons across diagrams.</a:t>
            </a:r>
          </a:p>
          <a:p>
            <a:r>
              <a:t>• Ensure diagrams are updated as the product evolves.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